
<file path=[Content_Types].xml><?xml version="1.0" encoding="utf-8"?>
<Types xmlns="http://schemas.openxmlformats.org/package/2006/content-types">
  <Default Extension="rels" ContentType="application/vnd.openxmlformats-package.relationships+xml"/>
  <Default Extension="png" ContentType="image/png"/>
  <Default Extension="xml" ContentType="application/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12.xml" ContentType="application/vnd.openxmlformats-officedocument.presentationml.notesSlide+xml"/>
  <Override PartName="/ppt/notesMasters/notesMaster1.xml" ContentType="application/vnd.openxmlformats-officedocument.presentationml.notesMaster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heme/theme3.xml" ContentType="application/vnd.openxmlformats-officedocument.theme+xml"/>
  <Override PartName="/ppt/theme/theme2.xml" ContentType="application/vnd.openxmlformats-officedocument.theme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7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4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5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</Types>
</file>

<file path=_rels/.rels><?xml version="1.0" encoding="UTF-8" standalone="yes"?><Relationships xmlns="http://schemas.openxmlformats.org/package/2006/relationships"><Relationship Target="ppt/presentation.xml" Type="http://schemas.openxmlformats.org/officeDocument/2006/relationships/officeDocument" Id="rId1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aveSubsetFonts="1" autoCompressPictures="0" mc:PreserveAttributes="mv:*" mc:Ignorable="mv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y="9144000" cx="6858000"/>
  <p:defaultTextStyle>
    <a:defPPr algn="l" rtl="0" marR="0">
      <a:lnSpc>
        <a:spcPct val="100000"/>
      </a:lnSpc>
      <a:spcBef>
        <a:spcPts val="0"/>
      </a:spcBef>
      <a:spcAft>
        <a:spcPts val="0"/>
      </a:spcAft>
    </a:defPPr>
    <a:lvl1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1pPr>
    <a:lvl2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2pPr>
    <a:lvl3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3pPr>
    <a:lvl4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4pPr>
    <a:lvl5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5pPr>
    <a:lvl6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6pPr>
    <a:lvl7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7pPr>
    <a:lvl8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8pPr>
    <a:lvl9pPr algn="l" rtl="0" marR="0">
      <a:lnSpc>
        <a:spcPct val="100000"/>
      </a:lnSpc>
      <a:spcBef>
        <a:spcPts val="0"/>
      </a:spcBef>
      <a:spcAft>
        <a:spcPts val="0"/>
      </a:spcAft>
      <a:buNone/>
      <a:defRPr strike="noStrike" u="none" b="0" cap="none" baseline="0" sz="1400" i="0">
        <a:solidFill>
          <a:srgbClr val="000000"/>
        </a:solidFill>
        <a:latin typeface="Arial"/>
        <a:ea typeface="Arial"/>
        <a:cs typeface="Arial"/>
        <a:sym typeface="Arial"/>
        <a:rtl val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/>
</file>

<file path=ppt/tableStyles.xml><?xml version="1.0" encoding="utf-8"?>
<a:tblStyleLst xmlns:a="http://schemas.openxmlformats.org/drawingml/2006/main" xmlns:r="http://schemas.openxmlformats.org/officeDocument/2006/relationships" def="{90651C3A-4460-11DB-9652-00E08161165F}"/>
</file>

<file path=ppt/_rels/presentation.xml.rels><?xml version="1.0" encoding="UTF-8" standalone="yes"?><Relationships xmlns="http://schemas.openxmlformats.org/package/2006/relationships"><Relationship Target="slides/slide13.xml" Type="http://schemas.openxmlformats.org/officeDocument/2006/relationships/slide" Id="rId18"/><Relationship Target="slides/slide12.xml" Type="http://schemas.openxmlformats.org/officeDocument/2006/relationships/slide" Id="rId17"/><Relationship Target="slides/slide11.xml" Type="http://schemas.openxmlformats.org/officeDocument/2006/relationships/slide" Id="rId16"/><Relationship Target="slides/slide10.xml" Type="http://schemas.openxmlformats.org/officeDocument/2006/relationships/slide" Id="rId15"/><Relationship Target="slides/slide9.xml" Type="http://schemas.openxmlformats.org/officeDocument/2006/relationships/slide" Id="rId14"/><Relationship Target="presProps.xml" Type="http://schemas.openxmlformats.org/officeDocument/2006/relationships/presProps" Id="rId2"/><Relationship Target="slides/slide7.xml" Type="http://schemas.openxmlformats.org/officeDocument/2006/relationships/slide" Id="rId12"/><Relationship Target="slides/slide8.xml" Type="http://schemas.openxmlformats.org/officeDocument/2006/relationships/slide" Id="rId13"/><Relationship Target="theme/theme3.xml" Type="http://schemas.openxmlformats.org/officeDocument/2006/relationships/theme" Id="rId1"/><Relationship Target="slideMasters/slideMaster1.xml" Type="http://schemas.openxmlformats.org/officeDocument/2006/relationships/slideMaster" Id="rId4"/><Relationship Target="slides/slide5.xml" Type="http://schemas.openxmlformats.org/officeDocument/2006/relationships/slide" Id="rId10"/><Relationship Target="tableStyles.xml" Type="http://schemas.openxmlformats.org/officeDocument/2006/relationships/tableStyles" Id="rId3"/><Relationship Target="slides/slide6.xml" Type="http://schemas.openxmlformats.org/officeDocument/2006/relationships/slide" Id="rId11"/><Relationship Target="slides/slide4.xml" Type="http://schemas.openxmlformats.org/officeDocument/2006/relationships/slide" Id="rId9"/><Relationship Target="slides/slide1.xml" Type="http://schemas.openxmlformats.org/officeDocument/2006/relationships/slide" Id="rId6"/><Relationship Target="notesMasters/notesMaster1.xml" Type="http://schemas.openxmlformats.org/officeDocument/2006/relationships/notesMaster" Id="rId5"/><Relationship Target="slides/slide3.xml" Type="http://schemas.openxmlformats.org/officeDocument/2006/relationships/slide" Id="rId8"/><Relationship Target="slides/slide2.xml" Type="http://schemas.openxmlformats.org/officeDocument/2006/relationships/slide" Id="rId7"/></Relationships>
</file>

<file path=ppt/notesMasters/_rels/notesMaster1.xml.rels><?xml version="1.0" encoding="UTF-8" standalone="yes"?><Relationships xmlns="http://schemas.openxmlformats.org/package/2006/relationships"><Relationship Target="../theme/theme2.xml" Type="http://schemas.openxmlformats.org/officeDocument/2006/relationships/theme" Id="rId1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" name="Shape 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" name="Shape 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3" name="Shape 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>
              <a:spcBef>
                <a:spcPts val="0"/>
              </a:spcBef>
              <a:defRPr sz="1100"/>
            </a:lvl1pPr>
            <a:lvl2pPr>
              <a:spcBef>
                <a:spcPts val="0"/>
              </a:spcBef>
              <a:defRPr sz="1100"/>
            </a:lvl2pPr>
            <a:lvl3pPr>
              <a:spcBef>
                <a:spcPts val="0"/>
              </a:spcBef>
              <a:defRPr sz="1100"/>
            </a:lvl3pPr>
            <a:lvl4pPr>
              <a:spcBef>
                <a:spcPts val="0"/>
              </a:spcBef>
              <a:defRPr sz="1100"/>
            </a:lvl4pPr>
            <a:lvl5pPr>
              <a:spcBef>
                <a:spcPts val="0"/>
              </a:spcBef>
              <a:defRPr sz="1100"/>
            </a:lvl5pPr>
            <a:lvl6pPr>
              <a:spcBef>
                <a:spcPts val="0"/>
              </a:spcBef>
              <a:defRPr sz="1100"/>
            </a:lvl6pPr>
            <a:lvl7pPr>
              <a:spcBef>
                <a:spcPts val="0"/>
              </a:spcBef>
              <a:defRPr sz="1100"/>
            </a:lvl7pPr>
            <a:lvl8pPr>
              <a:spcBef>
                <a:spcPts val="0"/>
              </a:spcBef>
              <a:defRPr sz="1100"/>
            </a:lvl8pPr>
            <a:lvl9pPr>
              <a:spcBef>
                <a:spcPts val="0"/>
              </a:spcBef>
              <a:defRPr sz="1100"/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</p:notesMaster>
</file>

<file path=ppt/notesSlides/_rels/notesSlide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4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5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6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7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8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9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0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1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2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_rels/notesSlide13.xml.rels><?xml version="1.0" encoding="UTF-8" standalone="yes"?><Relationships xmlns="http://schemas.openxmlformats.org/package/2006/relationships"><Relationship Target="../notesMasters/notesMaster1.xml" Type="http://schemas.openxmlformats.org/officeDocument/2006/relationships/notesMaster" Id="rId1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1" name="Shape 4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2" name="Shape 4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3" name="Shape 4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47" name="Shape 4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8" name="Shape 48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49" name="Shape 49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2" name="Shape 5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3" name="Shape 5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54" name="Shape 5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58" name="Shape 5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9" name="Shape 5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0" name="Shape 6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64" name="Shape 6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5" name="Shape 6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66" name="Shape 6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0" name="Shape 7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1" name="Shape 7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2" name="Shape 7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76" name="Shape 7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7" name="Shape 7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78" name="Shape 7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2" name="Shape 82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3" name="Shape 83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84" name="Shape 84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88" name="Shape 8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9" name="Shape 89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0" name="Shape 90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94" name="Shape 9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5" name="Shape 95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96" name="Shape 96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0" name="Shape 10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1" name="Shape 101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2" name="Shape 102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/>
              <a:t>Ett av huvudsyftena med projektet var ju som bekant concurrenncy, så vi tänkte beskriva de ställen det förekommer på...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06" name="Shape 10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7" name="Shape 107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08" name="Shape 108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showMasterSp="0" showMasterPhAnim="0">
  <p:cSld>
    <p:spTree>
      <p:nvGrpSpPr>
        <p:cNvPr id="111" name="Shape 11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2" name="Shape 112"/>
          <p:cNvSpPr/>
          <p:nvPr>
            <p:ph idx="2" type="sldImg"/>
          </p:nvPr>
        </p:nvSpPr>
        <p:spPr>
          <a:xfrm>
            <a:off y="685800" x="381187"/>
            <a:ext cy="3429000" cx="6096299"/>
          </a:xfrm>
          <a:custGeom>
            <a:pathLst>
              <a:path w="120000" extrusionOk="0" h="120000">
                <a:moveTo>
                  <a:pt y="0" x="0"/>
                </a:moveTo>
                <a:lnTo>
                  <a:pt y="0" x="120000"/>
                </a:lnTo>
                <a:lnTo>
                  <a:pt y="120000" x="120000"/>
                </a:lnTo>
                <a:lnTo>
                  <a:pt y="120000" x="0"/>
                </a:lnTo>
                <a:close/>
              </a:path>
            </a:pathLst>
          </a:custGeom>
        </p:spPr>
      </p:sp>
      <p:sp>
        <p:nvSpPr>
          <p:cNvPr id="113" name="Shape 113"/>
          <p:cNvSpPr txBox="1"/>
          <p:nvPr>
            <p:ph idx="1" type="body"/>
          </p:nvPr>
        </p:nvSpPr>
        <p:spPr>
          <a:xfrm>
            <a:off y="4343400" x="685800"/>
            <a:ext cy="4114800" cx="54863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2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3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4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5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_rels/slideLayout6.xml.rels><?xml version="1.0" encoding="UTF-8" standalone="yes"?><Relationships xmlns="http://schemas.openxmlformats.org/package/2006/relationships"><Relationship Target="../slideMasters/slideMaster1.xml" Type="http://schemas.openxmlformats.org/officeDocument/2006/relationships/slideMaster" Id="rId1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">
  <p:cSld name="Title Slide">
    <p:spTree>
      <p:nvGrpSpPr>
        <p:cNvPr id="7" name="Shape 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" name="Shape 8"/>
          <p:cNvSpPr/>
          <p:nvPr/>
        </p:nvSpPr>
        <p:spPr>
          <a:xfrm rot="10800000" flipH="1">
            <a:off y="2984999" x="0"/>
            <a:ext cy="2158500" cx="9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9" name="Shape 9"/>
          <p:cNvSpPr/>
          <p:nvPr/>
        </p:nvSpPr>
        <p:spPr>
          <a:xfrm>
            <a:off y="2393175" x="0"/>
            <a:ext cy="590502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0" name="Shape 10"/>
          <p:cNvSpPr/>
          <p:nvPr/>
        </p:nvSpPr>
        <p:spPr>
          <a:xfrm rot="10800000" flipH="1">
            <a:off y="2983958" x="0"/>
            <a:ext cy="571095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chemeClr val="dk1">
              <a:alpha val="784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1" name="Shape 11"/>
          <p:cNvSpPr txBox="1"/>
          <p:nvPr>
            <p:ph type="ctrTitle"/>
          </p:nvPr>
        </p:nvSpPr>
        <p:spPr>
          <a:xfrm>
            <a:off y="1746892" x="685800"/>
            <a:ext cy="1238099" cx="7772400"/>
          </a:xfrm>
          <a:prstGeom prst="rect">
            <a:avLst/>
          </a:prstGeom>
        </p:spPr>
        <p:txBody>
          <a:bodyPr bIns="91425" rIns="91425" lIns="91425" tIns="91425" anchor="b" anchorCtr="0"/>
          <a:lstStyle>
            <a:lvl1pPr algn="ctr" rtl="0">
              <a:spcBef>
                <a:spcPts val="0"/>
              </a:spcBef>
              <a:defRPr/>
            </a:lvl1pPr>
            <a:lvl2pPr algn="ctr" rtl="0">
              <a:spcBef>
                <a:spcPts val="0"/>
              </a:spcBef>
              <a:defRPr/>
            </a:lvl2pPr>
            <a:lvl3pPr algn="ctr" rtl="0">
              <a:spcBef>
                <a:spcPts val="0"/>
              </a:spcBef>
              <a:defRPr/>
            </a:lvl3pPr>
            <a:lvl4pPr algn="ctr" rtl="0">
              <a:spcBef>
                <a:spcPts val="0"/>
              </a:spcBef>
              <a:defRPr/>
            </a:lvl4pPr>
            <a:lvl5pPr algn="ctr" rtl="0">
              <a:spcBef>
                <a:spcPts val="0"/>
              </a:spcBef>
              <a:defRPr/>
            </a:lvl5pPr>
            <a:lvl6pPr algn="ctr" rtl="0">
              <a:spcBef>
                <a:spcPts val="0"/>
              </a:spcBef>
              <a:defRPr/>
            </a:lvl6pPr>
            <a:lvl7pPr algn="ctr" rtl="0">
              <a:spcBef>
                <a:spcPts val="0"/>
              </a:spcBef>
              <a:defRPr/>
            </a:lvl7pPr>
            <a:lvl8pPr algn="ctr" rtl="0">
              <a:spcBef>
                <a:spcPts val="0"/>
              </a:spcBef>
              <a:defRPr/>
            </a:lvl8pPr>
            <a:lvl9pPr algn="ctr" rtl="0">
              <a:spcBef>
                <a:spcPts val="0"/>
              </a:spcBef>
              <a:defRPr/>
            </a:lvl9pPr>
          </a:lstStyle>
          <a:p/>
        </p:txBody>
      </p:sp>
      <p:sp>
        <p:nvSpPr>
          <p:cNvPr id="12" name="Shape 12"/>
          <p:cNvSpPr txBox="1"/>
          <p:nvPr>
            <p:ph idx="1" type="subTitle"/>
          </p:nvPr>
        </p:nvSpPr>
        <p:spPr>
          <a:xfrm>
            <a:off y="3093357" x="685800"/>
            <a:ext cy="666600" cx="77724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1pPr>
            <a:lvl2pPr algn="ctr" rtl="0">
              <a:spcBef>
                <a:spcPts val="0"/>
              </a:spcBef>
              <a:buClr>
                <a:schemeClr val="dk2"/>
              </a:buClr>
              <a:buNone/>
              <a:defRPr i="1">
                <a:solidFill>
                  <a:schemeClr val="dk2"/>
                </a:solidFill>
              </a:defRPr>
            </a:lvl2pPr>
            <a:lvl3pPr algn="ctr" rtl="0">
              <a:spcBef>
                <a:spcPts val="0"/>
              </a:spcBef>
              <a:buClr>
                <a:schemeClr val="dk2"/>
              </a:buClr>
              <a:buNone/>
              <a:defRPr i="1">
                <a:solidFill>
                  <a:schemeClr val="dk2"/>
                </a:solidFill>
              </a:defRPr>
            </a:lvl3pPr>
            <a:lvl4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4pPr>
            <a:lvl5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5pPr>
            <a:lvl6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6pPr>
            <a:lvl7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7pPr>
            <a:lvl8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8pPr>
            <a:lvl9pPr algn="ctr"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x">
  <p:cSld name="Title and Body">
    <p:spTree>
      <p:nvGrpSpPr>
        <p:cNvPr id="13" name="Shape 1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4" name="Shape 14"/>
          <p:cNvSpPr/>
          <p:nvPr/>
        </p:nvSpPr>
        <p:spPr>
          <a:xfrm rot="10800000" flipH="1">
            <a:off y="1163100" x="0"/>
            <a:ext cy="3980399" cx="9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5" name="Shape 15"/>
          <p:cNvSpPr/>
          <p:nvPr/>
        </p:nvSpPr>
        <p:spPr>
          <a:xfrm flipH="1">
            <a:off y="571349" x="4526627"/>
            <a:ext cy="590502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6" name="Shape 16"/>
          <p:cNvSpPr/>
          <p:nvPr/>
        </p:nvSpPr>
        <p:spPr>
          <a:xfrm rot="10800000">
            <a:off y="1162132" x="4526627"/>
            <a:ext cy="571095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chemeClr val="dk1">
              <a:alpha val="784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17" name="Shape 1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18" name="Shape 18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woColTx">
  <p:cSld name="Title and Two Columns">
    <p:spTree>
      <p:nvGrpSpPr>
        <p:cNvPr id="19" name="Shape 1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0" name="Shape 20"/>
          <p:cNvSpPr/>
          <p:nvPr/>
        </p:nvSpPr>
        <p:spPr>
          <a:xfrm rot="10800000" flipH="1">
            <a:off y="1163100" x="0"/>
            <a:ext cy="3980399" cx="9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1" name="Shape 21"/>
          <p:cNvSpPr/>
          <p:nvPr/>
        </p:nvSpPr>
        <p:spPr>
          <a:xfrm rot="10800000">
            <a:off y="1162132" x="4526627"/>
            <a:ext cy="571095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chemeClr val="dk1">
              <a:alpha val="784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2" name="Shape 22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3" name="Shape 23"/>
          <p:cNvSpPr txBox="1"/>
          <p:nvPr>
            <p:ph idx="1" type="body"/>
          </p:nvPr>
        </p:nvSpPr>
        <p:spPr>
          <a:xfrm>
            <a:off y="1200150" x="457200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24" name="Shape 24"/>
          <p:cNvSpPr/>
          <p:nvPr/>
        </p:nvSpPr>
        <p:spPr>
          <a:xfrm flipH="1">
            <a:off y="571349" x="4526627"/>
            <a:ext cy="590502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5" name="Shape 25"/>
          <p:cNvSpPr txBox="1"/>
          <p:nvPr>
            <p:ph idx="2" type="body"/>
          </p:nvPr>
        </p:nvSpPr>
        <p:spPr>
          <a:xfrm>
            <a:off y="1200150" x="4692273"/>
            <a:ext cy="3725699" cx="39945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titleOnly">
  <p:cSld name="Title Only">
    <p:spTree>
      <p:nvGrpSpPr>
        <p:cNvPr id="26" name="Shape 2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27" name="Shape 27"/>
          <p:cNvSpPr/>
          <p:nvPr/>
        </p:nvSpPr>
        <p:spPr>
          <a:xfrm rot="10800000" flipH="1">
            <a:off y="1163100" x="0"/>
            <a:ext cy="3980399" cx="9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8" name="Shape 28"/>
          <p:cNvSpPr/>
          <p:nvPr/>
        </p:nvSpPr>
        <p:spPr>
          <a:xfrm flipH="1">
            <a:off y="571349" x="4526627"/>
            <a:ext cy="590502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29" name="Shape 29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 rtl="0">
              <a:spcBef>
                <a:spcPts val="0"/>
              </a:spcBef>
              <a:defRPr/>
            </a:lvl1pPr>
            <a:lvl2pPr rtl="0">
              <a:spcBef>
                <a:spcPts val="0"/>
              </a:spcBef>
              <a:defRPr/>
            </a:lvl2pPr>
            <a:lvl3pPr rtl="0">
              <a:spcBef>
                <a:spcPts val="0"/>
              </a:spcBef>
              <a:defRPr/>
            </a:lvl3pPr>
            <a:lvl4pPr rtl="0">
              <a:spcBef>
                <a:spcPts val="0"/>
              </a:spcBef>
              <a:defRPr/>
            </a:lvl4pPr>
            <a:lvl5pPr rtl="0">
              <a:spcBef>
                <a:spcPts val="0"/>
              </a:spcBef>
              <a:defRPr/>
            </a:lvl5pPr>
            <a:lvl6pPr rtl="0">
              <a:spcBef>
                <a:spcPts val="0"/>
              </a:spcBef>
              <a:defRPr/>
            </a:lvl6pPr>
            <a:lvl7pPr rtl="0">
              <a:spcBef>
                <a:spcPts val="0"/>
              </a:spcBef>
              <a:defRPr/>
            </a:lvl7pPr>
            <a:lvl8pPr rtl="0">
              <a:spcBef>
                <a:spcPts val="0"/>
              </a:spcBef>
              <a:defRPr/>
            </a:lvl8pPr>
            <a:lvl9pPr rtl="0">
              <a:spcBef>
                <a:spcPts val="0"/>
              </a:spcBef>
              <a:defRPr/>
            </a:lvl9pPr>
          </a:lstStyle>
          <a:p/>
        </p:txBody>
      </p:sp>
      <p:sp>
        <p:nvSpPr>
          <p:cNvPr id="30" name="Shape 30"/>
          <p:cNvSpPr/>
          <p:nvPr/>
        </p:nvSpPr>
        <p:spPr>
          <a:xfrm rot="10800000">
            <a:off y="1162132" x="4526627"/>
            <a:ext cy="571095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chemeClr val="dk1">
              <a:alpha val="784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 name="Caption">
    <p:spTree>
      <p:nvGrpSpPr>
        <p:cNvPr id="31" name="Shape 3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2" name="Shape 32"/>
          <p:cNvSpPr/>
          <p:nvPr/>
        </p:nvSpPr>
        <p:spPr>
          <a:xfrm rot="10800000" flipH="1">
            <a:off y="4412699" x="0"/>
            <a:ext cy="730799" cx="9144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3" name="Shape 33"/>
          <p:cNvSpPr/>
          <p:nvPr/>
        </p:nvSpPr>
        <p:spPr>
          <a:xfrm flipH="1">
            <a:off y="3820834" x="4526627"/>
            <a:ext cy="590502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4" name="Shape 34"/>
          <p:cNvSpPr/>
          <p:nvPr/>
        </p:nvSpPr>
        <p:spPr>
          <a:xfrm rot="10800000">
            <a:off y="4411617" x="4526627"/>
            <a:ext cy="571095" cx="4617372"/>
          </a:xfrm>
          <a:custGeom>
            <a:pathLst>
              <a:path w="4617373" extrusionOk="0" h="1108924">
                <a:moveTo>
                  <a:pt y="1108924" x="1199"/>
                </a:moveTo>
                <a:lnTo>
                  <a:pt y="1108924" x="4617373"/>
                </a:lnTo>
                <a:lnTo>
                  <a:pt y="0" x="0"/>
                </a:lnTo>
                <a:cubicBezTo>
                  <a:pt y="369641" x="400"/>
                  <a:pt y="739283" x="799"/>
                  <a:pt y="1108924" x="1199"/>
                </a:cubicBezTo>
                <a:close/>
              </a:path>
            </a:pathLst>
          </a:custGeom>
          <a:solidFill>
            <a:schemeClr val="dk1">
              <a:alpha val="7840"/>
            </a:scheme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  <p:sp>
        <p:nvSpPr>
          <p:cNvPr id="35" name="Shape 35"/>
          <p:cNvSpPr txBox="1"/>
          <p:nvPr>
            <p:ph idx="1" type="body"/>
          </p:nvPr>
        </p:nvSpPr>
        <p:spPr>
          <a:xfrm>
            <a:off y="4421726" x="457200"/>
            <a:ext cy="505200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 rtl="0">
              <a:spcBef>
                <a:spcPts val="0"/>
              </a:spcBef>
              <a:buClr>
                <a:schemeClr val="dk2"/>
              </a:buClr>
              <a:buSzPct val="100000"/>
              <a:buNone/>
              <a:defRPr sz="2400" i="1">
                <a:solidFill>
                  <a:schemeClr val="dk2"/>
                </a:solidFill>
              </a:defRPr>
            </a:lvl1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type="blank">
  <p:cSld name="Blank">
    <p:spTree>
      <p:nvGrpSpPr>
        <p:cNvPr id="36" name="Shape 36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7" name="Shape 37"/>
          <p:cNvSpPr/>
          <p:nvPr/>
        </p:nvSpPr>
        <p:spPr>
          <a:xfrm>
            <a:off y="76256" x="6676"/>
            <a:ext cy="5054792" cx="9134130"/>
          </a:xfrm>
          <a:custGeom>
            <a:pathLst>
              <a:path w="9157023" extrusionOk="0" h="6739723">
                <a:moveTo>
                  <a:pt y="0" x="1629"/>
                </a:moveTo>
                <a:lnTo>
                  <a:pt y="4340980" x="9157023"/>
                </a:lnTo>
                <a:lnTo>
                  <a:pt y="6739723" x="1593"/>
                </a:lnTo>
                <a:cubicBezTo>
                  <a:pt y="5123960" x="-3941"/>
                  <a:pt y="1615763" x="7163"/>
                  <a:pt y="0" x="1629"/>
                </a:cubicBezTo>
                <a:close/>
              </a:path>
            </a:pathLst>
          </a:custGeom>
          <a:solidFill>
            <a:srgbClr val="FFFFFF">
              <a:alpha val="6669"/>
            </a:srgbClr>
          </a:solidFill>
          <a:ln>
            <a:noFill/>
          </a:ln>
        </p:spPr>
        <p:txBody>
          <a:bodyPr bIns="45700" rIns="91425" lIns="91425" tIns="45700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Target="../slideLayouts/slideLayout2.xml" Type="http://schemas.openxmlformats.org/officeDocument/2006/relationships/slideLayout" Id="rId2"/><Relationship Target="../slideLayouts/slideLayout1.xml" Type="http://schemas.openxmlformats.org/officeDocument/2006/relationships/slideLayout" Id="rId1"/><Relationship Target="../slideLayouts/slideLayout4.xml" Type="http://schemas.openxmlformats.org/officeDocument/2006/relationships/slideLayout" Id="rId4"/><Relationship Target="../slideLayouts/slideLayout3.xml" Type="http://schemas.openxmlformats.org/officeDocument/2006/relationships/slideLayout" Id="rId3"/><Relationship Target="../slideLayouts/slideLayout6.xml" Type="http://schemas.openxmlformats.org/officeDocument/2006/relationships/slideLayout" Id="rId6"/><Relationship Target="../slideLayouts/slideLayout5.xml" Type="http://schemas.openxmlformats.org/officeDocument/2006/relationships/slideLayout" Id="rId5"/><Relationship Target="../theme/theme1.xml" Type="http://schemas.openxmlformats.org/officeDocument/2006/relationships/theme" Id="rId7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gradFill>
          <a:gsLst>
            <a:gs pos="0">
              <a:schemeClr val="accent1"/>
            </a:gs>
            <a:gs pos="100000">
              <a:schemeClr val="dk2"/>
            </a:gs>
          </a:gsLst>
          <a:path path="circle">
            <a:fillToRect t="50%" b="50%" r="50%" l="50%"/>
          </a:path>
          <a:tileRect/>
        </a:gradFill>
      </p:bgPr>
    </p:bg>
    <p:spTree>
      <p:nvGrpSpPr>
        <p:cNvPr id="4" name="Shape 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" name="Shape 5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/>
          <a:lstStyle>
            <a:lvl1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rtl="0">
              <a:spcBef>
                <a:spcPts val="0"/>
              </a:spcBef>
              <a:buClr>
                <a:schemeClr val="lt1"/>
              </a:buClr>
              <a:buSzPct val="100000"/>
              <a:buFont typeface="Georgia"/>
              <a:buNone/>
              <a:defRPr sz="4800">
                <a:solidFill>
                  <a:schemeClr val="lt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  <p:sp>
        <p:nvSpPr>
          <p:cNvPr id="6" name="Shape 6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/>
          <a:lstStyle>
            <a:lvl1pPr rtl="0">
              <a:spcBef>
                <a:spcPts val="600"/>
              </a:spcBef>
              <a:buClr>
                <a:schemeClr val="dk1"/>
              </a:buClr>
              <a:buSzPct val="100000"/>
              <a:buFont typeface="Georgia"/>
              <a:defRPr sz="30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1pPr>
            <a:lvl2pPr rtl="0">
              <a:spcBef>
                <a:spcPts val="480"/>
              </a:spcBef>
              <a:buClr>
                <a:schemeClr val="dk1"/>
              </a:buClr>
              <a:buSzPct val="100000"/>
              <a:buFont typeface="Georgia"/>
              <a:defRPr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2pPr>
            <a:lvl3pPr rtl="0">
              <a:spcBef>
                <a:spcPts val="480"/>
              </a:spcBef>
              <a:buClr>
                <a:schemeClr val="dk1"/>
              </a:buClr>
              <a:buSzPct val="100000"/>
              <a:buFont typeface="Georgia"/>
              <a:defRPr sz="24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3pPr>
            <a:lvl4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4pPr>
            <a:lvl5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5pPr>
            <a:lvl6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6pPr>
            <a:lvl7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7pPr>
            <a:lvl8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8pPr>
            <a:lvl9pPr rtl="0">
              <a:spcBef>
                <a:spcPts val="360"/>
              </a:spcBef>
              <a:buClr>
                <a:schemeClr val="dk1"/>
              </a:buClr>
              <a:buSzPct val="100000"/>
              <a:buFont typeface="Georgia"/>
              <a:defRPr sz="18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defRPr>
            </a:lvl9pPr>
          </a:lstStyle>
          <a:p/>
        </p:txBody>
      </p:sp>
    </p:spTree>
  </p:cSld>
  <p:clrMap accent2="accent2" accent3="accent3" accent4="accent4" accent5="accent5" accent6="accent6" hlink="hlink" tx2="lt2" tx1="dk1" bg2="dk2" bg1="lt1" folHlink="folHlink" accent1="accent1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txStyles>
    <p:title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</p:titleStyle>
    <p:body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bodyStyle>
    <p:otherStyle>
      <a:defPPr algn="l" rtl="0" marR="0">
        <a:lnSpc>
          <a:spcPct val="100000"/>
        </a:lnSpc>
        <a:spcBef>
          <a:spcPts val="0"/>
        </a:spcBef>
        <a:spcAft>
          <a:spcPts val="0"/>
        </a:spcAft>
      </a:defPPr>
      <a:lvl1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1pPr>
      <a:lvl2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2pPr>
      <a:lvl3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3pPr>
      <a:lvl4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4pPr>
      <a:lvl5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5pPr>
      <a:lvl6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6pPr>
      <a:lvl7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7pPr>
      <a:lvl8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8pPr>
      <a:lvl9pPr algn="l" rtl="0" marR="0">
        <a:lnSpc>
          <a:spcPct val="100000"/>
        </a:lnSpc>
        <a:spcBef>
          <a:spcPts val="0"/>
        </a:spcBef>
        <a:spcAft>
          <a:spcPts val="0"/>
        </a:spcAft>
        <a:buNone/>
        <a:defRPr strike="noStrike" u="none" b="0" cap="none" baseline="0" sz="1400" i="0">
          <a:solidFill>
            <a:srgbClr val="000000"/>
          </a:solidFill>
          <a:latin typeface="Arial"/>
          <a:ea typeface="Arial"/>
          <a:cs typeface="Arial"/>
          <a:sym typeface="Arial"/>
          <a:rtl val="0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Target="../notesSlides/notesSlide1.xml" Type="http://schemas.openxmlformats.org/officeDocument/2006/relationships/notesSlide" Id="rId2"/><Relationship Target="../slideLayouts/slideLayout1.xml" Type="http://schemas.openxmlformats.org/officeDocument/2006/relationships/slideLayout" Id="rId1"/></Relationships>
</file>

<file path=ppt/slides/_rels/slide2.xml.rels><?xml version="1.0" encoding="UTF-8" standalone="yes"?><Relationships xmlns="http://schemas.openxmlformats.org/package/2006/relationships"><Relationship Target="../notesSlides/notesSlide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3.xml.rels><?xml version="1.0" encoding="UTF-8" standalone="yes"?><Relationships xmlns="http://schemas.openxmlformats.org/package/2006/relationships"><Relationship Target="../notesSlides/notesSlide3.xml" Type="http://schemas.openxmlformats.org/officeDocument/2006/relationships/notesSlide" Id="rId2"/><Relationship Target="../slideLayouts/slideLayout6.xml" Type="http://schemas.openxmlformats.org/officeDocument/2006/relationships/slideLayout" Id="rId1"/></Relationships>
</file>

<file path=ppt/slides/_rels/slide4.xml.rels><?xml version="1.0" encoding="UTF-8" standalone="yes"?><Relationships xmlns="http://schemas.openxmlformats.org/package/2006/relationships"><Relationship Target="../notesSlides/notesSlide4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5.xml.rels><?xml version="1.0" encoding="UTF-8" standalone="yes"?><Relationships xmlns="http://schemas.openxmlformats.org/package/2006/relationships"><Relationship Target="../notesSlides/notesSlide5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3.png" Type="http://schemas.openxmlformats.org/officeDocument/2006/relationships/image" Id="rId3"/></Relationships>
</file>

<file path=ppt/slides/_rels/slide6.xml.rels><?xml version="1.0" encoding="UTF-8" standalone="yes"?><Relationships xmlns="http://schemas.openxmlformats.org/package/2006/relationships"><Relationship Target="../notesSlides/notesSlide6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0.png" Type="http://schemas.openxmlformats.org/officeDocument/2006/relationships/image" Id="rId3"/></Relationships>
</file>

<file path=ppt/slides/_rels/slide7.xml.rels><?xml version="1.0" encoding="UTF-8" standalone="yes"?><Relationships xmlns="http://schemas.openxmlformats.org/package/2006/relationships"><Relationship Target="../notesSlides/notesSlide7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8.xml.rels><?xml version="1.0" encoding="UTF-8" standalone="yes"?><Relationships xmlns="http://schemas.openxmlformats.org/package/2006/relationships"><Relationship Target="../notesSlides/notesSlide8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9.xml.rels><?xml version="1.0" encoding="UTF-8" standalone="yes"?><Relationships xmlns="http://schemas.openxmlformats.org/package/2006/relationships"><Relationship Target="../notesSlides/notesSlide9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1.png" Type="http://schemas.openxmlformats.org/officeDocument/2006/relationships/image" Id="rId3"/></Relationships>
</file>

<file path=ppt/slides/_rels/slide10.xml.rels><?xml version="1.0" encoding="UTF-8" standalone="yes"?><Relationships xmlns="http://schemas.openxmlformats.org/package/2006/relationships"><Relationship Target="../notesSlides/notesSlide10.xml" Type="http://schemas.openxmlformats.org/officeDocument/2006/relationships/notesSlide" Id="rId2"/><Relationship Target="../slideLayouts/slideLayout2.xml" Type="http://schemas.openxmlformats.org/officeDocument/2006/relationships/slideLayout" Id="rId1"/><Relationship Target="../media/image02.png" Type="http://schemas.openxmlformats.org/officeDocument/2006/relationships/image" Id="rId3"/></Relationships>
</file>

<file path=ppt/slides/_rels/slide11.xml.rels><?xml version="1.0" encoding="UTF-8" standalone="yes"?><Relationships xmlns="http://schemas.openxmlformats.org/package/2006/relationships"><Relationship Target="../notesSlides/notesSlide11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2.xml.rels><?xml version="1.0" encoding="UTF-8" standalone="yes"?><Relationships xmlns="http://schemas.openxmlformats.org/package/2006/relationships"><Relationship Target="../notesSlides/notesSlide12.xml" Type="http://schemas.openxmlformats.org/officeDocument/2006/relationships/notesSlide" Id="rId2"/><Relationship Target="../slideLayouts/slideLayout2.xml" Type="http://schemas.openxmlformats.org/officeDocument/2006/relationships/slideLayout" Id="rId1"/></Relationships>
</file>

<file path=ppt/slides/_rels/slide13.xml.rels><?xml version="1.0" encoding="UTF-8" standalone="yes"?><Relationships xmlns="http://schemas.openxmlformats.org/package/2006/relationships"><Relationship Target="../notesSlides/notesSlide13.xml" Type="http://schemas.openxmlformats.org/officeDocument/2006/relationships/notesSlide" Id="rId2"/><Relationship Target="../slideLayouts/slideLayout6.xml" Type="http://schemas.openxmlformats.org/officeDocument/2006/relationships/slideLayout" Id="rId1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38" name="Shape 38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39" name="Shape 39"/>
          <p:cNvSpPr txBox="1"/>
          <p:nvPr>
            <p:ph type="ctrTitle"/>
          </p:nvPr>
        </p:nvSpPr>
        <p:spPr>
          <a:xfrm>
            <a:off y="1746892" x="685800"/>
            <a:ext cy="1238099" cx="7772400"/>
          </a:xfrm>
          <a:prstGeom prst="rect">
            <a:avLst/>
          </a:prstGeom>
        </p:spPr>
        <p:txBody>
          <a:bodyPr bIns="91425" rIns="91425" lIns="91425" tIns="91425" anchor="b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>
                <a:latin typeface="Arial"/>
                <a:ea typeface="Arial"/>
                <a:cs typeface="Arial"/>
                <a:sym typeface="Arial"/>
              </a:rPr>
              <a:t>erlStream</a:t>
            </a:r>
          </a:p>
        </p:txBody>
      </p:sp>
      <p:sp>
        <p:nvSpPr>
          <p:cNvPr id="40" name="Shape 40"/>
          <p:cNvSpPr txBox="1"/>
          <p:nvPr>
            <p:ph idx="1" type="subTitle"/>
          </p:nvPr>
        </p:nvSpPr>
        <p:spPr>
          <a:xfrm>
            <a:off y="3093357" x="685800"/>
            <a:ext cy="666600" cx="77724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r" indent="0" marL="0">
              <a:spcBef>
                <a:spcPts val="0"/>
              </a:spcBef>
              <a:buNone/>
            </a:pPr>
            <a:r>
              <a:rPr sz="1200" lang="en"/>
              <a:t>created av Robert, Mikael, Filip, Oscar och Jeanette</a:t>
            </a:r>
          </a:p>
        </p:txBody>
      </p:sp>
    </p:spTree>
  </p:cSld>
  <p:clrMapOvr>
    <a:masterClrMapping/>
  </p:clrMapOvr>
  <p:transition spd="slow">
    <p:cut/>
  </p:transition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44" name="Shape 44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45" name="Shape 45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Ursprungsidé</a:t>
            </a:r>
          </a:p>
        </p:txBody>
      </p:sp>
      <p:sp>
        <p:nvSpPr>
          <p:cNvPr id="46" name="Shape 46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Streaming av data från server till klienter</a:t>
            </a:r>
          </a:p>
          <a:p>
            <a:pPr rtl="0"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Slutmål att streama musik</a:t>
            </a:r>
          </a:p>
          <a:p>
            <a:pPr rtl="0"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Grafiskt gränssnitt</a:t>
            </a:r>
          </a:p>
          <a:p>
            <a:pPr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Varför?</a:t>
            </a:r>
          </a:p>
        </p:txBody>
      </p:sp>
    </p:spTree>
  </p:cSld>
  <p:clrMapOvr>
    <a:masterClrMapping/>
  </p:clrMapOvr>
  <p:transition spd="slow">
    <p:cut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50" name="Shape 50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1" name="Shape 51"/>
          <p:cNvSpPr txBox="1"/>
          <p:nvPr/>
        </p:nvSpPr>
        <p:spPr>
          <a:xfrm>
            <a:off y="2259000" x="3369750"/>
            <a:ext cy="625499" cx="24045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sz="3600" lang="en">
                <a:solidFill>
                  <a:srgbClr val="F3F3F3"/>
                </a:solidFill>
              </a:rPr>
              <a:t>Kort Demo</a:t>
            </a:r>
          </a:p>
        </p:txBody>
      </p:sp>
    </p:spTree>
  </p:cSld>
  <p:clrMapOvr>
    <a:masterClrMapping/>
  </p:clrMapOvr>
  <p:transition spd="slow">
    <p:cut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55" name="Shape 5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56" name="Shape 56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Val av språk</a:t>
            </a:r>
          </a:p>
        </p:txBody>
      </p:sp>
      <p:sp>
        <p:nvSpPr>
          <p:cNvPr id="57" name="Shape 57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Erlang för servern</a:t>
            </a:r>
          </a:p>
          <a:p>
            <a:pPr rtl="0" lvl="0" indent="-419100" marL="457200">
              <a:spcBef>
                <a:spcPts val="0"/>
              </a:spcBef>
              <a:buClr>
                <a:srgbClr val="191919"/>
              </a:buClr>
              <a:buSzPct val="100000"/>
              <a:buFont typeface="Arial"/>
              <a:buChar char="●"/>
            </a:pPr>
            <a:r>
              <a:rPr lang="en">
                <a:solidFill>
                  <a:srgbClr val="191919"/>
                </a:solidFill>
                <a:latin typeface="Calibri"/>
                <a:ea typeface="Calibri"/>
                <a:cs typeface="Calibri"/>
                <a:sym typeface="Calibri"/>
              </a:rPr>
              <a:t>Java för klienten</a:t>
            </a:r>
          </a:p>
          <a:p>
            <a:pPr>
              <a:spcBef>
                <a:spcPts val="0"/>
              </a:spcBef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 spd="slow">
    <p:cut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1" name="Shape 6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2" name="Shape 62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Systemarkitektur</a:t>
            </a:r>
          </a:p>
        </p:txBody>
      </p:sp>
      <p:pic>
        <p:nvPicPr>
          <p:cNvPr id="63" name="Shape 6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49525" x="2031324"/>
            <a:ext cy="3993976" cx="5081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67" name="Shape 6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68" name="Shape 68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Hur det fungerar i praktiken</a:t>
            </a:r>
          </a:p>
        </p:txBody>
      </p:sp>
      <p:pic>
        <p:nvPicPr>
          <p:cNvPr id="69" name="Shape 69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121000" x="1824362"/>
            <a:ext cy="4121450" cx="54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3" name="Shape 7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74" name="Shape 74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Streaming</a:t>
            </a:r>
          </a:p>
        </p:txBody>
      </p:sp>
      <p:sp>
        <p:nvSpPr>
          <p:cNvPr id="75" name="Shape 75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Protokoll 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TCP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Första idé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  Chunks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Binär ström</a:t>
            </a:r>
          </a:p>
        </p:txBody>
      </p:sp>
    </p:spTree>
  </p:cSld>
  <p:clrMapOvr>
    <a:masterClrMapping/>
  </p:clrMapOvr>
  <p:transition spd="slow">
    <p:cut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79" name="Shape 7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80" name="Shape 80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Ljudhantering</a:t>
            </a:r>
          </a:p>
        </p:txBody>
      </p:sp>
      <p:sp>
        <p:nvSpPr>
          <p:cNvPr id="81" name="Shape 81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MP3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Kompakt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Delbar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Constant Bitrate - 192Kbit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ID3-taggar</a:t>
            </a:r>
          </a:p>
          <a:p>
            <a:pPr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Parsing i Erlang via bitsyntax</a:t>
            </a:r>
          </a:p>
        </p:txBody>
      </p:sp>
    </p:spTree>
  </p:cSld>
  <p:clrMapOvr>
    <a:masterClrMapping/>
  </p:clrMapOvr>
  <p:transition spd="slow">
    <p:cut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85" name="Shape 85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pic>
        <p:nvPicPr>
          <p:cNvPr id="86" name="Shape 86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1206675" x="1668600"/>
            <a:ext cy="3936824" cx="5698925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Shape 87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Concurrency - klient</a:t>
            </a:r>
          </a:p>
        </p:txBody>
      </p:sp>
    </p:spTree>
  </p:cSld>
  <p:clrMapOvr>
    <a:masterClrMapping/>
  </p:clrMapOvr>
  <p:transition spd="slow">
    <p:cut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1" name="Shape 91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2" name="Shape 92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Concurrency - server</a:t>
            </a:r>
          </a:p>
        </p:txBody>
      </p:sp>
      <p:pic>
        <p:nvPicPr>
          <p:cNvPr id="93" name="Shape 93"/>
          <p:cNvPicPr preferRelativeResize="0"/>
          <p:nvPr/>
        </p:nvPicPr>
        <p:blipFill>
          <a:blip r:embed="rId3"/>
          <a:stretch>
            <a:fillRect/>
          </a:stretch>
        </p:blipFill>
        <p:spPr>
          <a:xfrm>
            <a:off y="56912" x="1017250"/>
            <a:ext cy="6400776" cx="85343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cut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97" name="Shape 97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98" name="Shape 98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 rtl="0" lvl="0"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Concurrency</a:t>
            </a:r>
          </a:p>
        </p:txBody>
      </p:sp>
      <p:sp>
        <p:nvSpPr>
          <p:cNvPr id="99" name="Shape 99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Synkronisering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Deadlocks? 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För- och Nackdelar med implementationen</a:t>
            </a:r>
          </a:p>
        </p:txBody>
      </p:sp>
    </p:spTree>
  </p:cSld>
  <p:clrMapOvr>
    <a:masterClrMapping/>
  </p:clrMapOvr>
  <p:transition spd="slow">
    <p:cut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spTree>
      <p:nvGrpSpPr>
        <p:cNvPr id="103" name="Shape 103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04" name="Shape 104"/>
          <p:cNvSpPr txBox="1"/>
          <p:nvPr>
            <p:ph type="title"/>
          </p:nvPr>
        </p:nvSpPr>
        <p:spPr>
          <a:xfrm>
            <a:off y="205978" x="457200"/>
            <a:ext cy="857400" cx="8229600"/>
          </a:xfrm>
          <a:prstGeom prst="rect">
            <a:avLst/>
          </a:prstGeom>
        </p:spPr>
        <p:txBody>
          <a:bodyPr bIns="91425" rIns="91425" lIns="91425" tIns="91425" anchor="ctr" anchorCtr="0">
            <a:noAutofit/>
          </a:bodyPr>
          <a:lstStyle/>
          <a:p>
            <a:pPr>
              <a:spcBef>
                <a:spcPts val="0"/>
              </a:spcBef>
              <a:buNone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Vem har gjort vad?</a:t>
            </a:r>
          </a:p>
        </p:txBody>
      </p:sp>
      <p:sp>
        <p:nvSpPr>
          <p:cNvPr id="105" name="Shape 105"/>
          <p:cNvSpPr txBox="1"/>
          <p:nvPr>
            <p:ph idx="1" type="body"/>
          </p:nvPr>
        </p:nvSpPr>
        <p:spPr>
          <a:xfrm>
            <a:off y="1200150" x="457200"/>
            <a:ext cy="3725699" cx="8229600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Servern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Robert och Filip</a:t>
            </a:r>
          </a:p>
          <a:p>
            <a:pPr rtl="0" lvl="0" indent="-419100" marL="457200">
              <a:spcBef>
                <a:spcPts val="0"/>
              </a:spcBef>
              <a:buClr>
                <a:schemeClr val="dk1"/>
              </a:buClr>
              <a:buSzPct val="100000"/>
              <a:buFont typeface="Arial"/>
              <a:buChar char="●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Klienten</a:t>
            </a:r>
          </a:p>
          <a:p>
            <a:pPr rtl="0" lvl="1" indent="-381000" marL="914400">
              <a:spcBef>
                <a:spcPts val="0"/>
              </a:spcBef>
              <a:buClr>
                <a:schemeClr val="dk1"/>
              </a:buClr>
              <a:buSzPct val="80000"/>
              <a:buFont typeface="Courier New"/>
              <a:buChar char="o"/>
            </a:pPr>
            <a:r>
              <a:rPr lang="en">
                <a:latin typeface="Calibri"/>
                <a:ea typeface="Calibri"/>
                <a:cs typeface="Calibri"/>
                <a:sym typeface="Calibri"/>
              </a:rPr>
              <a:t>Mikael, Oscar och Jeanette</a:t>
            </a:r>
          </a:p>
        </p:txBody>
      </p:sp>
    </p:spTree>
  </p:cSld>
  <p:clrMapOvr>
    <a:masterClrMapping/>
  </p:clrMapOvr>
  <p:transition spd="slow">
    <p:cut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>
  <p:cSld>
    <p:bg>
      <p:bgPr>
        <a:solidFill>
          <a:srgbClr val="000000"/>
        </a:solidFill>
      </p:bgPr>
    </p:bg>
    <p:spTree>
      <p:nvGrpSpPr>
        <p:cNvPr id="109" name="Shape 109"/>
        <p:cNvGrpSpPr/>
        <p:nvPr/>
      </p:nvGrpSpPr>
      <p:grpSpPr>
        <a:xfrm>
          <a:off y="0" x="0"/>
          <a:ext cy="0" cx="0"/>
          <a:chOff y="0" x="0"/>
          <a:chExt cy="0" cx="0"/>
        </a:xfrm>
      </p:grpSpPr>
      <p:sp>
        <p:nvSpPr>
          <p:cNvPr id="110" name="Shape 110"/>
          <p:cNvSpPr txBox="1"/>
          <p:nvPr/>
        </p:nvSpPr>
        <p:spPr>
          <a:xfrm>
            <a:off y="2111225" x="2028425"/>
            <a:ext cy="703799" cx="4822799"/>
          </a:xfrm>
          <a:prstGeom prst="rect">
            <a:avLst/>
          </a:prstGeom>
        </p:spPr>
        <p:txBody>
          <a:bodyPr bIns="91425" rIns="91425" lIns="91425" tIns="91425" anchor="t" anchorCtr="0">
            <a:noAutofit/>
          </a:bodyPr>
          <a:lstStyle/>
          <a:p>
            <a:pPr algn="ctr">
              <a:spcBef>
                <a:spcPts val="0"/>
              </a:spcBef>
              <a:buNone/>
            </a:pPr>
            <a:r>
              <a:rPr sz="3600" lang="en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Teknisk demonstration</a:t>
            </a:r>
          </a:p>
        </p:txBody>
      </p:sp>
    </p:spTree>
  </p:cSld>
  <p:clrMapOvr>
    <a:masterClrMapping/>
  </p:clrMapOvr>
  <p:transition spd="slow">
    <p:cut/>
  </p:transition>
</p:sld>
</file>

<file path=ppt/theme/theme1.xml><?xml version="1.0" encoding="utf-8"?>
<a:theme xmlns:a="http://schemas.openxmlformats.org/drawingml/2006/main" xmlns:r="http://schemas.openxmlformats.org/officeDocument/2006/relationships" name="paper-plane">
  <a:themeElements>
    <a:clrScheme name="Custom 354">
      <a:dk1>
        <a:srgbClr val="000000"/>
      </a:dk1>
      <a:lt1>
        <a:srgbClr val="FFFFFF"/>
      </a:lt1>
      <a:dk2>
        <a:srgbClr val="30182B"/>
      </a:dk2>
      <a:lt2>
        <a:srgbClr val="DFDFDF"/>
      </a:lt2>
      <a:accent1>
        <a:srgbClr val="592D50"/>
      </a:accent1>
      <a:accent2>
        <a:srgbClr val="D3A67A"/>
      </a:accent2>
      <a:accent3>
        <a:srgbClr val="45485F"/>
      </a:accent3>
      <a:accent4>
        <a:srgbClr val="6B9756"/>
      </a:accent4>
      <a:accent5>
        <a:srgbClr val="7D576E"/>
      </a:accent5>
      <a:accent6>
        <a:srgbClr val="4C1A23"/>
      </a:accent6>
      <a:hlink>
        <a:srgbClr val="511E3E"/>
      </a:hlink>
      <a:folHlink>
        <a:srgbClr val="9EA0A2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Times New Roman" script="Arab"/>
        <a:font typeface="Times New Roman" script="Hebr"/>
        <a:font typeface="Angsana New" script="Thai"/>
        <a:font typeface="Nyala" script="Ethi"/>
        <a:font typeface="Vrinda" script="Beng"/>
        <a:font typeface="Shruti" script="Gujr"/>
        <a:font typeface="MoolBoran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Times New Roman" script="Viet"/>
        <a:font typeface="Microsoft Uighur" script="Uigh"/>
      </a:majorFont>
      <a:minorFont>
        <a:latin typeface="Arial"/>
        <a:ea typeface=""/>
        <a:cs typeface=""/>
        <a:font typeface="ＭＳ Ｐゴシック" script="Jpan"/>
        <a:font typeface="맑은 고딕" script="Hang"/>
        <a:font typeface="宋体" script="Hans"/>
        <a:font typeface="新細明體" script="Hant"/>
        <a:font typeface="Arial" script="Arab"/>
        <a:font typeface="Arial" script="Hebr"/>
        <a:font typeface="Cordia New" script="Thai"/>
        <a:font typeface="Nyala" script="Ethi"/>
        <a:font typeface="Vrinda" script="Beng"/>
        <a:font typeface="Shruti" script="Gujr"/>
        <a:font typeface="DaunPenh" script="Khmr"/>
        <a:font typeface="Tunga" script="Knda"/>
        <a:font typeface="Raavi" script="Guru"/>
        <a:font typeface="Euphemia" script="Cans"/>
        <a:font typeface="Plantagenet Cherokee" script="Cher"/>
        <a:font typeface="Microsoft Yi Baiti" script="Yiii"/>
        <a:font typeface="Microsoft Himalaya" script="Tibt"/>
        <a:font typeface="MV Boli" script="Thaa"/>
        <a:font typeface="Mangal" script="Deva"/>
        <a:font typeface="Gautami" script="Telu"/>
        <a:font typeface="Latha" script="Taml"/>
        <a:font typeface="Estrangelo Edessa" script="Syrc"/>
        <a:font typeface="Kalinga" script="Orya"/>
        <a:font typeface="Kartika" script="Mlym"/>
        <a:font typeface="DokChampa" script="Laoo"/>
        <a:font typeface="Iskoola Pota" script="Sinh"/>
        <a:font typeface="Mongolian Baiti" script="Mong"/>
        <a:font typeface="Arial" script="Viet"/>
        <a:font typeface="Microsoft Uighur" script="Uigh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algn="ctr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algn="ctr" cap="flat" cmpd="sng">
          <a:solidFill>
            <a:schemeClr val="phClr"/>
          </a:solidFill>
          <a:prstDash val="solid"/>
        </a:ln>
        <a:ln w="38100" algn="ctr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rotWithShape="0" dir="5400000" blurRad="40000" dist="20000">
              <a:srgbClr val="000000">
                <a:alpha val="38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</a:effectStyle>
        <a:effectStyle>
          <a:effectLst>
            <a:outerShdw rotWithShape="0" dir="5400000" blurRad="40000" dist="23000">
              <a:srgbClr val="000000">
                <a:alpha val="35000"/>
              </a:srgbClr>
            </a:outerShdw>
          </a:effectLst>
          <a:scene3d>
            <a:camera prst="orthographicFront">
              <a:rot rev="0" lon="0" lat="0"/>
            </a:camera>
            <a:lightRig dir="t" rig="threePt">
              <a:rot rev="1200000" lon="0" lat="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t="-80000" b="180000" r="50000" l="5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t="50000" b="50000" r="50000" l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